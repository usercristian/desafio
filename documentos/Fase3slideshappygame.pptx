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Old Standard TT"/>
      <p:regular r:id="rId16"/>
      <p:bold r:id="rId17"/>
      <p: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HPim8KFCMwPMYS+1t3rpGc+M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7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slide" Target="slides/slide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2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d8559920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d855992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0d8559920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0d855992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d8559920_0_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d8559920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d8559920_0_2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d8559920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0d8559920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0d8559920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0d8559920_0_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0d8559920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d8559920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d8559920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d8559920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d8559920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d8559920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d8559920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d8559920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0d8559920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0d8559920_0_384"/>
          <p:cNvSpPr/>
          <p:nvPr/>
        </p:nvSpPr>
        <p:spPr>
          <a:xfrm>
            <a:off x="0" y="133"/>
            <a:ext cx="12192000" cy="228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g3a0d8559920_0_384"/>
          <p:cNvCxnSpPr/>
          <p:nvPr/>
        </p:nvCxnSpPr>
        <p:spPr>
          <a:xfrm>
            <a:off x="855912" y="4796667"/>
            <a:ext cx="5205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g3a0d8559920_0_384"/>
          <p:cNvSpPr txBox="1"/>
          <p:nvPr>
            <p:ph type="ctrTitle"/>
          </p:nvPr>
        </p:nvSpPr>
        <p:spPr>
          <a:xfrm>
            <a:off x="683600" y="2524400"/>
            <a:ext cx="10824900" cy="2030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g3a0d8559920_0_384"/>
          <p:cNvSpPr txBox="1"/>
          <p:nvPr>
            <p:ph idx="1" type="subTitle"/>
          </p:nvPr>
        </p:nvSpPr>
        <p:spPr>
          <a:xfrm>
            <a:off x="683600" y="5120852"/>
            <a:ext cx="10824900" cy="105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None/>
              <a:defRPr sz="3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g3a0d8559920_0_38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g3a0d8559920_0_390"/>
          <p:cNvCxnSpPr/>
          <p:nvPr/>
        </p:nvCxnSpPr>
        <p:spPr>
          <a:xfrm>
            <a:off x="855912" y="4796667"/>
            <a:ext cx="5205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a0d8559920_0_390"/>
          <p:cNvSpPr txBox="1"/>
          <p:nvPr>
            <p:ph type="title"/>
          </p:nvPr>
        </p:nvSpPr>
        <p:spPr>
          <a:xfrm>
            <a:off x="683600" y="2524400"/>
            <a:ext cx="10824900" cy="2030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g3a0d8559920_0_39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0d8559920_0_39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a0d8559920_0_394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g3a0d8559920_0_394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a0d8559920_0_3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0d8559920_0_399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g3a0d8559920_0_399"/>
          <p:cNvSpPr txBox="1"/>
          <p:nvPr>
            <p:ph idx="1" type="body"/>
          </p:nvPr>
        </p:nvSpPr>
        <p:spPr>
          <a:xfrm>
            <a:off x="415600" y="1562233"/>
            <a:ext cx="5333100" cy="452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a0d8559920_0_399"/>
          <p:cNvSpPr txBox="1"/>
          <p:nvPr>
            <p:ph idx="2" type="body"/>
          </p:nvPr>
        </p:nvSpPr>
        <p:spPr>
          <a:xfrm>
            <a:off x="6443200" y="1562233"/>
            <a:ext cx="5333100" cy="452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a0d8559920_0_39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0d8559920_0_404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1" name="Google Shape;31;g3a0d8559920_0_4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0d8559920_0_40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a0d8559920_0_40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a0d8559920_0_40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0d8559920_0_411"/>
          <p:cNvSpPr txBox="1"/>
          <p:nvPr>
            <p:ph type="title"/>
          </p:nvPr>
        </p:nvSpPr>
        <p:spPr>
          <a:xfrm>
            <a:off x="653667" y="701800"/>
            <a:ext cx="74721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g3a0d8559920_0_4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0d8559920_0_414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a0d8559920_0_414"/>
          <p:cNvCxnSpPr/>
          <p:nvPr/>
        </p:nvCxnSpPr>
        <p:spPr>
          <a:xfrm>
            <a:off x="6706233" y="5994000"/>
            <a:ext cx="915300" cy="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a0d8559920_0_414"/>
          <p:cNvSpPr txBox="1"/>
          <p:nvPr>
            <p:ph type="title"/>
          </p:nvPr>
        </p:nvSpPr>
        <p:spPr>
          <a:xfrm>
            <a:off x="354000" y="1843133"/>
            <a:ext cx="5393700" cy="177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600"/>
              <a:buNone/>
              <a:defRPr sz="5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g3a0d8559920_0_414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g3a0d8559920_0_414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g3a0d8559920_0_4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0d8559920_0_42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8" name="Google Shape;48;g3a0d8559920_0_4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0d8559920_0_424"/>
          <p:cNvSpPr txBox="1"/>
          <p:nvPr>
            <p:ph hasCustomPrompt="1" type="title"/>
          </p:nvPr>
        </p:nvSpPr>
        <p:spPr>
          <a:xfrm>
            <a:off x="415600" y="1386200"/>
            <a:ext cx="11360700" cy="2808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None/>
              <a:defRPr b="1" sz="18700"/>
            </a:lvl9pPr>
          </a:lstStyle>
          <a:p>
            <a:r>
              <a:t>xx%</a:t>
            </a:r>
          </a:p>
        </p:txBody>
      </p:sp>
      <p:sp>
        <p:nvSpPr>
          <p:cNvPr id="51" name="Google Shape;51;g3a0d8559920_0_424"/>
          <p:cNvSpPr txBox="1"/>
          <p:nvPr>
            <p:ph idx="1" type="body"/>
          </p:nvPr>
        </p:nvSpPr>
        <p:spPr>
          <a:xfrm>
            <a:off x="415600" y="43045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a0d8559920_0_4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0d8559920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d8559920_0_4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7" name="Google Shape;57;g3a0d8559920_0_4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g3a0d8559920_0_4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a0d8559920_0_4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a0d8559920_0_4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0d8559920_0_380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ld Standard TT"/>
              <a:buNone/>
              <a:defRPr sz="4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g3a0d8559920_0_380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ld Standard TT"/>
              <a:buChar char="●"/>
              <a:defRPr sz="24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●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●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○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 Standard TT"/>
              <a:buChar char="■"/>
              <a:defRPr sz="19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g3a0d8559920_0_3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ams&#10;&#10;O conteúdo gerado por IA pode estar incorreto." id="65" name="Google Shape;65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050" y="734615"/>
            <a:ext cx="9580033" cy="5388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0d8559920_0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Novas Páginas e Funcionalidades Essenciais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0d8559920_0_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latin typeface="Arial"/>
                <a:ea typeface="Arial"/>
                <a:cs typeface="Arial"/>
                <a:sym typeface="Arial"/>
              </a:rPr>
              <a:t>Novidade:</a:t>
            </a:r>
            <a:r>
              <a:rPr lang="pt-BR" sz="1800">
                <a:latin typeface="Arial"/>
                <a:ea typeface="Arial"/>
                <a:cs typeface="Arial"/>
                <a:sym typeface="Arial"/>
              </a:rPr>
              <a:t> Criação de novas páginas de Cadastro, Login e Confirmação de Compra.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800">
                <a:latin typeface="Arial"/>
                <a:ea typeface="Arial"/>
                <a:cs typeface="Arial"/>
                <a:sym typeface="Arial"/>
              </a:rPr>
              <a:t>Funcionalidades: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Validação de dados em tempo real nos formulários.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Redirecionamento automático para a tela inicial após login/cadastro.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Página de confirmação exibe detalhes do pedido e mensagem de sucesso.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a0d8559920_0_22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d8559920_0_1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Melhorias na Página Inicial (Home)</a:t>
            </a:r>
            <a:endParaRPr/>
          </a:p>
        </p:txBody>
      </p:sp>
      <p:sp>
        <p:nvSpPr>
          <p:cNvPr id="78" name="Google Shape;78;g3a0d8559920_0_1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Novidade: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Implementação de novas features de navegação e interação.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Funcionalidades: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Carrossel de produtos para navegar por itens da mesma categoria.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Visualização lateral do produto (Quick View) com ações rápidas.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avaliação média (calculado via JS).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Exibição de opiniões de clientes e descrição técnica.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0d8559920_0_2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Ajustes de Layout e Manutenção</a:t>
            </a:r>
            <a:endParaRPr/>
          </a:p>
        </p:txBody>
      </p:sp>
      <p:sp>
        <p:nvSpPr>
          <p:cNvPr id="84" name="Google Shape;84;g3a0d8559920_0_25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Ajustes (Front-End):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reformulado para melhorar a usabilidade e navegabilidade.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Nova paleta de cores (ex: botões e chat em rosa).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Melhorias gerais no design.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Mantido (Estrutura):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 de "Informações" e "Contato" permaneceram inalteradas.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 principal da tela inicial foi mantida, recebendo apenas as melhorias visuais e lógicas.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" name="Google Shape;85;g3a0d8559920_0_256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d8559920_0_2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Aspectos de Programação Decisão</a:t>
            </a:r>
            <a:endParaRPr/>
          </a:p>
        </p:txBody>
      </p:sp>
      <p:sp>
        <p:nvSpPr>
          <p:cNvPr id="91" name="Google Shape;91;g3a0d8559920_0_2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Operadores Relacionais e Lógicos (&amp;&amp; e ||):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Essenciais para a tomada de decisão.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Usados na função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validateForm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checar múltiplos campos.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de Controle (IF/ELSE):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Usado para checagem de cada campo no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validateForm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de Controle (SWITCH CASE):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testar uma variável contra múltiplos valores.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Usado na lógica do Chatbot.</a:t>
            </a:r>
            <a:endParaRPr sz="1800"/>
          </a:p>
        </p:txBody>
      </p:sp>
      <p:sp>
        <p:nvSpPr>
          <p:cNvPr id="92" name="Google Shape;92;g3a0d8559920_0_264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d8559920_0_2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Aspectos de Programação Repetição e Dados</a:t>
            </a:r>
            <a:endParaRPr/>
          </a:p>
        </p:txBody>
      </p:sp>
      <p:sp>
        <p:nvSpPr>
          <p:cNvPr id="98" name="Google Shape;98;g3a0d8559920_0_27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de Repetição (FOR):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Usado para iterar sobre coleções de dados (Arrays).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 1: Em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handlePurchaseButtons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(adicionar listeners de clique).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 2: Em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handleBotResponse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(construir listas de produtos).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i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Nota: While/Do-While não foram necessários no projeto.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Arrays (Vetores):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 estrutura de dados do projeto.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ListaDeProdutos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(um vetor de objetos que armazena dados dos produtos).</a:t>
            </a:r>
            <a:endParaRPr sz="1800"/>
          </a:p>
        </p:txBody>
      </p:sp>
      <p:sp>
        <p:nvSpPr>
          <p:cNvPr id="99" name="Google Shape;99;g3a0d8559920_0_272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0d8559920_0_28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Refatoração do Código (Qualidade)</a:t>
            </a:r>
            <a:endParaRPr/>
          </a:p>
        </p:txBody>
      </p:sp>
      <p:sp>
        <p:nvSpPr>
          <p:cNvPr id="105" name="Google Shape;105;g3a0d8559920_0_28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Organizar o código e melhorar a manutenção.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Ação: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arquivo </a:t>
            </a: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script.js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foi refatorado.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lógica de inicialização foi dividida em várias funções nomeadas.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Aplicação do </a:t>
            </a: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Princípio da Responsabilidade Única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(Cada função faz apenas uma coisa).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g3a0d8559920_0_280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0d8559920_0_28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Aplicação Teórica Funções de 1º Grau</a:t>
            </a:r>
            <a:endParaRPr/>
          </a:p>
        </p:txBody>
      </p:sp>
      <p:sp>
        <p:nvSpPr>
          <p:cNvPr id="112" name="Google Shape;112;g3a0d8559920_0_28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Sistema de avaliação e ranqueamento de produtos no e-commerce.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Justificativa de Uso (Função Linear):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um cálculo direto e transparente do "melhor produto".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ranqueamento: um aumento nas vendas/visitas deve resultar em um aumento </a:t>
            </a:r>
            <a:r>
              <a:rPr i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proporcional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pontuação.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Simples de interpretar.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a0d8559920_0_289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0d8559920_0_29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Aplicação Teórica Funções de 2º Grau e Bases</a:t>
            </a:r>
            <a:endParaRPr/>
          </a:p>
        </p:txBody>
      </p:sp>
      <p:sp>
        <p:nvSpPr>
          <p:cNvPr id="119" name="Google Shape;119;g3a0d8559920_0_29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Justificativa de Não Uso (Função de 2º Grau):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Funções parabólicas modelam aceleração ou desaceleração.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</a:t>
            </a:r>
            <a:r>
              <a:rPr i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é desejado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ranqueamento, pois a pontuação não deve crescer ou diminuir exponencialmente.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Complica a interpretação sem benefício claro.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Reflexão sobre Bases Numéricas: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UI e Código (JavaScript):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Usamos Base 10 (Decimal). Ex: R$ 320,00.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(Processador):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Processa tudo em Base 2 (Binário).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a0d8559920_0_297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0d8559920_0_30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Diversidade Cultural</a:t>
            </a:r>
            <a:endParaRPr/>
          </a:p>
        </p:txBody>
      </p:sp>
      <p:sp>
        <p:nvSpPr>
          <p:cNvPr id="126" name="Google Shape;126;g3a0d8559920_0_30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 Atual: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site (foco gamer) não possui elementos de diversidade cultural afro-brasileira ou indígena.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Potencial de Melhoria: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Reconhecemos a oportunidade de enriquecer o projeto.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Ideias de Implementação: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Paletas de cores ou padrões inspirados em grafismos.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Conteúdo: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Destacar produtos ou desenvolvedores nacionais.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Comunicação: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Linguagem inclusiva e que valorize a pluralidade.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a0d8559920_0_305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d8559920_0_3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ESG</a:t>
            </a:r>
            <a:endParaRPr/>
          </a:p>
        </p:txBody>
      </p:sp>
      <p:sp>
        <p:nvSpPr>
          <p:cNvPr id="133" name="Google Shape;133;g3a0d8559920_0_3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Reflexão (Parte 2): Responsabilidade ESG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Contexto: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Manutenção do site por uma fábrica de software.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- Ambiental: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Otimização de código (menos consumo de energia).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servidores "verdes" (menor impacto).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- Social: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Acessibilidade (contraste, alt text, leitores de tela).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Diversidade na equipe de desenvolvimento.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Linguagem neutra e respeitosa.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- Governança: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e transparência (conformidade com a LGPD).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Ética nas vendas (informações claras de produtos e políticas).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a0d8559920_0_313"/>
          <p:cNvSpPr txBox="1"/>
          <p:nvPr/>
        </p:nvSpPr>
        <p:spPr>
          <a:xfrm>
            <a:off x="13501375" y="6183075"/>
            <a:ext cx="833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2025-09-15T22:40:10Z</dcterms:created>
  <dc:creator>Cristian Conceicao</dc:creator>
</cp:coreProperties>
</file>