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Old Standard TT" panose="020B0604020202020204" charset="0"/>
      <p:regular r:id="rId14"/>
      <p:bold r:id="rId15"/>
      <p:italic r:id="rId16"/>
    </p:embeddedFont>
    <p:embeddedFont>
      <p:font typeface="Roboto Mono" panose="020F0502020204030204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HPim8KFCMwPMYS+1t3rpGc+M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d855992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d855992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0d855992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0d855992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d8559920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d8559920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d8559920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d8559920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0d8559920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0d8559920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d8559920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0d8559920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d8559920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d8559920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d8559920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d8559920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d8559920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d8559920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d8559920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d8559920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d8559920_0_384"/>
          <p:cNvSpPr/>
          <p:nvPr/>
        </p:nvSpPr>
        <p:spPr>
          <a:xfrm>
            <a:off x="0" y="133"/>
            <a:ext cx="12192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g3a0d8559920_0_384"/>
          <p:cNvCxnSpPr/>
          <p:nvPr/>
        </p:nvCxnSpPr>
        <p:spPr>
          <a:xfrm>
            <a:off x="855912" y="4796667"/>
            <a:ext cx="5205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g3a0d8559920_0_384"/>
          <p:cNvSpPr txBox="1">
            <a:spLocks noGrp="1"/>
          </p:cNvSpPr>
          <p:nvPr>
            <p:ph type="ctrTitle"/>
          </p:nvPr>
        </p:nvSpPr>
        <p:spPr>
          <a:xfrm>
            <a:off x="683600" y="2524400"/>
            <a:ext cx="10824900" cy="2030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g3a0d8559920_0_384"/>
          <p:cNvSpPr txBox="1">
            <a:spLocks noGrp="1"/>
          </p:cNvSpPr>
          <p:nvPr>
            <p:ph type="subTitle" idx="1"/>
          </p:nvPr>
        </p:nvSpPr>
        <p:spPr>
          <a:xfrm>
            <a:off x="683600" y="5120852"/>
            <a:ext cx="10824900" cy="105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g3a0d8559920_0_38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g3a0d8559920_0_390"/>
          <p:cNvCxnSpPr/>
          <p:nvPr/>
        </p:nvCxnSpPr>
        <p:spPr>
          <a:xfrm>
            <a:off x="855912" y="4796667"/>
            <a:ext cx="520500" cy="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g3a0d8559920_0_390"/>
          <p:cNvSpPr txBox="1">
            <a:spLocks noGrp="1"/>
          </p:cNvSpPr>
          <p:nvPr>
            <p:ph type="title"/>
          </p:nvPr>
        </p:nvSpPr>
        <p:spPr>
          <a:xfrm>
            <a:off x="683600" y="2524400"/>
            <a:ext cx="10824900" cy="2030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3a0d8559920_0_39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0d8559920_0_39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g3a0d8559920_0_39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a0d8559920_0_394"/>
          <p:cNvSpPr txBox="1">
            <a:spLocks noGrp="1"/>
          </p:cNvSpPr>
          <p:nvPr>
            <p:ph type="body" idx="1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a0d8559920_0_39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0d8559920_0_3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a0d8559920_0_399"/>
          <p:cNvSpPr txBox="1">
            <a:spLocks noGrp="1"/>
          </p:cNvSpPr>
          <p:nvPr>
            <p:ph type="body" idx="1"/>
          </p:nvPr>
        </p:nvSpPr>
        <p:spPr>
          <a:xfrm>
            <a:off x="415600" y="1562233"/>
            <a:ext cx="5333100" cy="452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a0d8559920_0_399"/>
          <p:cNvSpPr txBox="1">
            <a:spLocks noGrp="1"/>
          </p:cNvSpPr>
          <p:nvPr>
            <p:ph type="body" idx="2"/>
          </p:nvPr>
        </p:nvSpPr>
        <p:spPr>
          <a:xfrm>
            <a:off x="6443200" y="1562233"/>
            <a:ext cx="5333100" cy="452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a0d8559920_0_39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0d8559920_0_40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a0d8559920_0_40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d8559920_0_40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a0d8559920_0_40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a0d8559920_0_40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0d8559920_0_411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721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g3a0d8559920_0_4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0d8559920_0_414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g3a0d8559920_0_414"/>
          <p:cNvCxnSpPr/>
          <p:nvPr/>
        </p:nvCxnSpPr>
        <p:spPr>
          <a:xfrm>
            <a:off x="6706233" y="5994000"/>
            <a:ext cx="915300" cy="0"/>
          </a:xfrm>
          <a:prstGeom prst="straightConnector1">
            <a:avLst/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g3a0d8559920_0_414"/>
          <p:cNvSpPr txBox="1">
            <a:spLocks noGrp="1"/>
          </p:cNvSpPr>
          <p:nvPr>
            <p:ph type="title"/>
          </p:nvPr>
        </p:nvSpPr>
        <p:spPr>
          <a:xfrm>
            <a:off x="354000" y="1843133"/>
            <a:ext cx="5393700" cy="1777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g3a0d8559920_0_414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g3a0d8559920_0_414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g3a0d8559920_0_4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0d8559920_0_42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3a0d8559920_0_42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0d8559920_0_424"/>
          <p:cNvSpPr txBox="1">
            <a:spLocks noGrp="1"/>
          </p:cNvSpPr>
          <p:nvPr>
            <p:ph type="title" hasCustomPrompt="1"/>
          </p:nvPr>
        </p:nvSpPr>
        <p:spPr>
          <a:xfrm>
            <a:off x="415600" y="1386200"/>
            <a:ext cx="11360700" cy="2808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9pPr>
          </a:lstStyle>
          <a:p>
            <a:r>
              <a:t>xx%</a:t>
            </a:r>
          </a:p>
        </p:txBody>
      </p:sp>
      <p:sp>
        <p:nvSpPr>
          <p:cNvPr id="51" name="Google Shape;51;g3a0d8559920_0_424"/>
          <p:cNvSpPr txBox="1">
            <a:spLocks noGrp="1"/>
          </p:cNvSpPr>
          <p:nvPr>
            <p:ph type="body" idx="1"/>
          </p:nvPr>
        </p:nvSpPr>
        <p:spPr>
          <a:xfrm>
            <a:off x="415600" y="43045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3a0d8559920_0_42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0d8559920_0_42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d8559920_0_4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a0d8559920_0_4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g3a0d8559920_0_4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a0d8559920_0_4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a0d8559920_0_4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0d8559920_0_38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g3a0d8559920_0_380"/>
          <p:cNvSpPr txBox="1">
            <a:spLocks noGrp="1"/>
          </p:cNvSpPr>
          <p:nvPr>
            <p:ph type="body" idx="1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 Standard TT"/>
              <a:buChar char="●"/>
              <a:defRPr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●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●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g3a0d8559920_0_38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" descr="Teams&#10;&#10;O conteúdo gerado por IA pode estar incorre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9507" y="0"/>
            <a:ext cx="9580033" cy="53887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A59A66E-6B06-B336-D7F3-F42D4F9DB1D6}"/>
              </a:ext>
            </a:extLst>
          </p:cNvPr>
          <p:cNvSpPr txBox="1"/>
          <p:nvPr/>
        </p:nvSpPr>
        <p:spPr>
          <a:xfrm>
            <a:off x="2819400" y="5876798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Apresentação </a:t>
            </a:r>
            <a:r>
              <a:rPr lang="pt-BR" sz="2800" dirty="0" err="1"/>
              <a:t>youtube</a:t>
            </a:r>
            <a:r>
              <a:rPr lang="pt-BR" sz="2800"/>
              <a:t>: </a:t>
            </a:r>
          </a:p>
          <a:p>
            <a:r>
              <a:rPr lang="pt-BR" sz="2800"/>
              <a:t>https</a:t>
            </a:r>
            <a:r>
              <a:rPr lang="pt-BR" sz="2800" dirty="0"/>
              <a:t>://youtu.be/GhavkepLWvc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d8559920_0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Novas Páginas e Funcionalidades Essenciais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0d8559920_0_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>
                <a:latin typeface="Arial"/>
                <a:ea typeface="Arial"/>
                <a:cs typeface="Arial"/>
                <a:sym typeface="Arial"/>
              </a:rPr>
              <a:t>Novidade:</a:t>
            </a:r>
            <a:r>
              <a:rPr lang="pt-BR" sz="1800">
                <a:latin typeface="Arial"/>
                <a:ea typeface="Arial"/>
                <a:cs typeface="Arial"/>
                <a:sym typeface="Arial"/>
              </a:rPr>
              <a:t> Criação de novas páginas de Cadastro, Login e Confirmação de Compra.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>
                <a:latin typeface="Arial"/>
                <a:ea typeface="Arial"/>
                <a:cs typeface="Arial"/>
                <a:sym typeface="Arial"/>
              </a:rPr>
              <a:t>Funcionalidades: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Validação de dados em tempo real nos formulários.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Redirecionamento automático para a tela inicial após login/cadastro.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Página de confirmação exibe detalhes do pedido e mensagem de sucesso.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a0d8559920_0_22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d8559920_0_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Melhorias na Página Inicial (Home)</a:t>
            </a:r>
            <a:endParaRPr/>
          </a:p>
        </p:txBody>
      </p:sp>
      <p:sp>
        <p:nvSpPr>
          <p:cNvPr id="78" name="Google Shape;78;g3a0d8559920_0_1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Novidade: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Implementação de novas features de navegação e interação.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Carrossel de produtos para navegar por itens da mesma categoria.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Visualização lateral do produto (Quick View) com ações rápidas.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avaliação média (calculado via JS).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Exibição de opiniões de clientes e descrição técnica.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0d8559920_0_2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Ajustes de Layout e Manutenção</a:t>
            </a:r>
            <a:endParaRPr/>
          </a:p>
        </p:txBody>
      </p:sp>
      <p:sp>
        <p:nvSpPr>
          <p:cNvPr id="84" name="Google Shape;84;g3a0d8559920_0_2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Ajustes (Front-End):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reformulado para melhorar a usabilidade e navegabilidade.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 paleta de cores (ex: botões e chat em rosa).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Melhorias gerais no design.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Mantido (Estrutura):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 de "Informações" e "Contato" permaneceram inalteradas.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principal da tela inicial foi mantida, recebendo apenas as melhorias visuais e lógicas.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/>
          </a:p>
        </p:txBody>
      </p:sp>
      <p:sp>
        <p:nvSpPr>
          <p:cNvPr id="85" name="Google Shape;85;g3a0d8559920_0_256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d8559920_0_2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de Programação Decisão</a:t>
            </a:r>
            <a:endParaRPr/>
          </a:p>
        </p:txBody>
      </p:sp>
      <p:sp>
        <p:nvSpPr>
          <p:cNvPr id="91" name="Google Shape;91;g3a0d8559920_0_2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Operadores Relacionais e Lógicos (&amp;&amp; e ||):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Essenciais para a tomada de decisão.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Usados na função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validateForm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checar múltiplos campos.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Controle (IF/ELSE):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para checagem de cada campo no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validateForm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Controle (SWITCH CASE):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testar uma variável contra múltiplos valores.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Usado na lógica do Chatbot.</a:t>
            </a:r>
            <a:endParaRPr sz="1800"/>
          </a:p>
        </p:txBody>
      </p:sp>
      <p:sp>
        <p:nvSpPr>
          <p:cNvPr id="92" name="Google Shape;92;g3a0d8559920_0_264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d8559920_0_2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de Programação Repetição e Dados</a:t>
            </a:r>
            <a:endParaRPr/>
          </a:p>
        </p:txBody>
      </p:sp>
      <p:sp>
        <p:nvSpPr>
          <p:cNvPr id="98" name="Google Shape;98;g3a0d8559920_0_2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Repetição (FOR):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para iterar sobre coleções de dados (Arrays).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 1: Em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handlePurchaseButtons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(adicionar listeners de clique).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 2: Em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handleBotResponse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(construir listas de produtos).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Nota: While/Do-While não foram necessários no projeto.</a:t>
            </a:r>
            <a:endParaRPr sz="18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Arrays (Vetores):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 estrutura de dados do projeto.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ListaDeProdutos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(um vetor de objetos que armazena dados dos produtos).</a:t>
            </a:r>
            <a:endParaRPr sz="1800"/>
          </a:p>
        </p:txBody>
      </p:sp>
      <p:sp>
        <p:nvSpPr>
          <p:cNvPr id="99" name="Google Shape;99;g3a0d8559920_0_272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0d8559920_0_2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Refatoração do Código (Qualidade)</a:t>
            </a:r>
            <a:endParaRPr/>
          </a:p>
        </p:txBody>
      </p:sp>
      <p:sp>
        <p:nvSpPr>
          <p:cNvPr id="105" name="Google Shape;105;g3a0d8559920_0_2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Organizar o código e melhorar a manutenção.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Ação: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arquivo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script.js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foi refatorado.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lógica de inicialização foi dividida em várias funções nomeadas.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Aplicação do </a:t>
            </a: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Princípio da Responsabilidade Única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(Cada função faz apenas uma coisa).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/>
          </a:p>
        </p:txBody>
      </p:sp>
      <p:sp>
        <p:nvSpPr>
          <p:cNvPr id="106" name="Google Shape;106;g3a0d8559920_0_280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0d8559920_0_2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Aplicação Teórica Funções de 1º Grau</a:t>
            </a:r>
            <a:endParaRPr/>
          </a:p>
        </p:txBody>
      </p:sp>
      <p:sp>
        <p:nvSpPr>
          <p:cNvPr id="112" name="Google Shape;112;g3a0d8559920_0_2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Sistema de avaliação e ranqueamento de produtos no e-commerce.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Justificativa de Uso (Função Linear):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um cálculo direto e transparente do "melhor produto".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ranqueamento: um aumento nas vendas/visitas deve resultar em um aumento </a:t>
            </a:r>
            <a:r>
              <a:rPr lang="pt-BR" sz="18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proporcional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pontuação.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 de interpretar.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0d8559920_0_289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0d8559920_0_2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Aplicação Teórica Funções de 2º Grau e Bases</a:t>
            </a:r>
            <a:endParaRPr/>
          </a:p>
        </p:txBody>
      </p:sp>
      <p:sp>
        <p:nvSpPr>
          <p:cNvPr id="119" name="Google Shape;119;g3a0d8559920_0_2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Justificativa de Não Uso (Função de 2º Grau):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Funções parabólicas modelam aceleração ou desaceleração.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</a:t>
            </a:r>
            <a:r>
              <a:rPr lang="pt-BR" sz="18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é desejado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ranqueamento, pois a pontuação não deve crescer ou diminuir exponencialmente.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Complica a interpretação sem benefício claro.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Reflexão sobre Bases Numéricas: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 e Código (JavaScript):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Usamos Base 10 (Decimal). Ex: R$ 320,00.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(Processador):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Processa tudo em Base 2 (Binário).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a0d8559920_0_297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0d8559920_0_3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Diversidade Cultural</a:t>
            </a:r>
            <a:endParaRPr/>
          </a:p>
        </p:txBody>
      </p:sp>
      <p:sp>
        <p:nvSpPr>
          <p:cNvPr id="126" name="Google Shape;126;g3a0d8559920_0_3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 Atual: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site (foco gamer) não possui elementos de diversidade cultural afro-brasileira ou indígena.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Potencial de Melhoria: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Reconhecemos a oportunidade de enriquecer o projeto.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Ideias de Implementação: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Paletas de cores ou padrões inspirados em grafismos.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Conteúdo: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Destacar produtos ou desenvolvedores nacionais.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Comunicação: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Linguagem inclusiva e que valorize a pluralidade.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a0d8559920_0_305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d8559920_0_3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ESG</a:t>
            </a:r>
            <a:endParaRPr/>
          </a:p>
        </p:txBody>
      </p:sp>
      <p:sp>
        <p:nvSpPr>
          <p:cNvPr id="133" name="Google Shape;133;g3a0d8559920_0_3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Reflexão (Parte 2): Responsabilidade ESG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Manutenção do site por uma fábrica de software.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- Ambiental: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Otimização de código (menos consumo de energia).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servidores "verdes" (menor impacto).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- Social: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Acessibilidade (contraste, alt text, leitores de tela).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Diversidade na equipe de desenvolvimento.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Linguagem neutra e respeitosa.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- Governança:</a:t>
            </a: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e transparência (conformidade com a LGPD).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Ética nas vendas (informações claras de produtos e políticas).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a0d8559920_0_313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Widescreen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Old Standard TT</vt:lpstr>
      <vt:lpstr>Roboto Mono</vt:lpstr>
      <vt:lpstr>Paperback</vt:lpstr>
      <vt:lpstr>Apresentação do PowerPoint</vt:lpstr>
      <vt:lpstr>Novas Páginas e Funcionalidades Essenciais</vt:lpstr>
      <vt:lpstr>Melhorias na Página Inicial (Home)</vt:lpstr>
      <vt:lpstr>Ajustes de Layout e Manutenção</vt:lpstr>
      <vt:lpstr>Aspectos de Programação Decisão</vt:lpstr>
      <vt:lpstr>Aspectos de Programação Repetição e Dados</vt:lpstr>
      <vt:lpstr>Refatoração do Código (Qualidade)</vt:lpstr>
      <vt:lpstr> Aplicação Teórica Funções de 1º Grau</vt:lpstr>
      <vt:lpstr>Aplicação Teórica Funções de 2º Grau e Bases</vt:lpstr>
      <vt:lpstr>Diversidade Cultural</vt:lpstr>
      <vt:lpstr>ESG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Cristian Conceicao</dc:creator>
  <cp:lastModifiedBy>Cristian Gadelha</cp:lastModifiedBy>
  <cp:revision>1</cp:revision>
  <dcterms:created xsi:type="dcterms:W3CDTF">2025-09-15T22:40:10Z</dcterms:created>
  <dcterms:modified xsi:type="dcterms:W3CDTF">2025-11-06T20:09:00Z</dcterms:modified>
</cp:coreProperties>
</file>